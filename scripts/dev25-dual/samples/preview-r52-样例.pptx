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400"/>
              <a:t>季度值（图表渲染核对）</a:t>
            </a:r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9525">
              <a:solidFill>
                <a:srgbClr val="1F4E79"/>
              </a:solidFill>
            </a:ln>
          </c:spPr>
          <c:tx>
            <c:strRef>
              <c:f>系列</c:f>
              <c:strCache>
                <c:ptCount val="1"/>
                <c:pt idx="0">
                  <c:v>数值</c:v>
                </c:pt>
              </c:strCache>
            </c:strRef>
          </c:tx>
          <c:dLbls>
            <c:showLegendKey val="0"/>
            <c:showVal val="1"/>
            <c:showCatName val="0"/>
            <c:showSerName val="0"/>
          </c:dLbls>
          <c:cat>
            <c:strRef>
              <c:f>类别</c:f>
              <c:strCache>
                <c:ptCount val="4"/>
                <c:pt idx="0">
                  <c:v>一</c:v>
                </c:pt>
                <c:pt idx="1">
                  <c:v>二</c:v>
                </c:pt>
                <c:pt idx="2">
                  <c:v>三</c:v>
                </c:pt>
                <c:pt idx="3">
                  <c:v>四</c:v>
                </c:pt>
              </c:strCache>
            </c:strRef>
          </c:cat>
          <c:val>
            <c:numRef>
              <c:f>值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gapWidth val="150"/>
      </c:barChart>
      <c:catAx>
        <c:axId val="111111111"/>
        <c:scaling>
          <c:orientation val="minMax"/>
        </c:scaling>
        <c:delete val="0"/>
        <c:axPos val="b"/>
        <c:crossAx val="211111111"/>
      </c:catAx>
      <c:valAx>
        <c:axId val="211111111"/>
        <c:scaling>
          <c:orientation val="minMax"/>
        </c:scaling>
        <c:delete val="0"/>
        <c:axPos val="l"/>
        <c:crossAx val="111111111"/>
      </c:valAx>
    </c:plotArea>
  </c:chart>
</c:chartSpace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首页备注词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Notes" Type="http://schemas.openxmlformats.org/officeDocument/2006/relationships/notesSlide" Target="../notesSlides/notesSlide1.xml"/></Relationships>
</file>

<file path=ppt/slides/_rels/slide3.xml.rels><?xml version="1.0" encoding="UTF-8" standalone="yes"?><Relationships xmlns="http://schemas.openxmlformats.org/package/2006/relationships"><Relationship Id="rId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extBox 2"/>
          <p:cNvSpPr/>
        </p:nvSpPr>
        <p:spPr>
          <a:xfrm>
            <a:off x="571500" y="381000"/>
            <a:ext cx="4953000" cy="857250"/>
          </a:xfrm>
          <a:prstGeom prst="rect">
            <a:avLst/>
          </a:prstGeom>
        </p:spPr>
        <p:txBody>
          <a:bodyPr wrap="square" lIns="91440" tIns="45720" rIns="91440" bIns="45720" anchor="t"/>
          <a:p>
            <a:r>
              <a:rPr lang="zh-CN" sz="2000"/>
              <a:t>回归幻灯：短回归 R6 预览样本</a:t>
            </a:r>
          </a:p>
        </p:txBody>
      </p:sp>
      <p:sp>
        <p:nvSpPr>
          <p:cNvPr id="2" name="TextBox 3"/>
          <p:cNvSpPr/>
        </p:nvSpPr>
        <p:spPr>
          <a:xfrm>
            <a:off x="571500" y="1428750"/>
            <a:ext cx="4953000" cy="381000"/>
          </a:xfrm>
          <a:prstGeom prst="rect">
            <a:avLst/>
          </a:prstGeom>
        </p:spPr>
        <p:txBody>
          <a:bodyPr wrap="square" lIns="91440" tIns="45720" rIns="91440" bIns="45720" anchor="t"/>
          <a:p>
            <a:r>
              <a:rPr lang="zh-CN" sz="1600"/>
              <a:t>第 1 页——翻页/缩放/缓存核对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extBox 2"/>
          <p:cNvSpPr/>
        </p:nvSpPr>
        <p:spPr>
          <a:xfrm>
            <a:off x="571500" y="571500"/>
            <a:ext cx="4572000" cy="571500"/>
          </a:xfrm>
          <a:prstGeom prst="rect">
            <a:avLst/>
          </a:prstGeom>
        </p:spPr>
        <p:txBody>
          <a:bodyPr wrap="square" lIns="91440" tIns="45720" rIns="91440" bIns="45720" anchor="t"/>
          <a:p>
            <a:r>
              <a:rPr lang="zh-CN" sz="1600"/>
              <a:t>第 2 页：内容确实变化（实体字符 A &amp; B 与 &lt;标签&gt;）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extBox 2"/>
          <p:cNvSpPr/>
        </p:nvSpPr>
        <p:spPr>
          <a:xfrm>
            <a:off x="571500" y="571500"/>
            <a:ext cx="4572000" cy="571500"/>
          </a:xfrm>
          <a:prstGeom prst="rect">
            <a:avLst/>
          </a:prstGeom>
        </p:spPr>
        <p:txBody>
          <a:bodyPr wrap="square" lIns="91440" tIns="45720" rIns="91440" bIns="45720" anchor="t"/>
          <a:p>
            <a:r>
              <a:rPr lang="zh-CN" sz="1600"/>
              <a:t>第 3 页：图表降级页</a:t>
            </a:r>
          </a:p>
        </p:txBody>
      </p:sp>
      <p:graphicFrame>
        <p:nvGraphicFramePr>
          <p:cNvPr id="2" name="Chart 3"/>
          <p:cNvGraphicFramePr/>
        </p:nvGraphicFramePr>
        <p:xfrm>
          <a:off x="571500" y="1238250"/>
          <a:ext cx="4572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1"/>
          </a:graphicData>
        </a:graphic>
      </p:graphicFrame>
    </p:spTree>
  </p:cSld>
</p:sld>
</file>